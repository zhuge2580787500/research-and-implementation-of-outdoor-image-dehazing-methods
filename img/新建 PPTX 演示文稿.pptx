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635" cy="773938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291" y="1266754"/>
            <a:ext cx="9145749" cy="2694762"/>
          </a:xfrm>
        </p:spPr>
        <p:txBody>
          <a:bodyPr anchor="b"/>
          <a:lstStyle>
            <a:lvl1pPr algn="ctr">
              <a:defRPr sz="67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91" y="4065436"/>
            <a:ext cx="9145749" cy="1868774"/>
          </a:xfrm>
        </p:spPr>
        <p:txBody>
          <a:bodyPr/>
          <a:lstStyle>
            <a:lvl1pPr marL="0" indent="0" algn="ctr">
              <a:buNone/>
              <a:defRPr sz="2705"/>
            </a:lvl1pPr>
            <a:lvl2pPr marL="515620" indent="0" algn="ctr">
              <a:buNone/>
              <a:defRPr sz="2260"/>
            </a:lvl2pPr>
            <a:lvl3pPr marL="1031875" indent="0" algn="ctr">
              <a:buNone/>
              <a:defRPr sz="2035"/>
            </a:lvl3pPr>
            <a:lvl4pPr marL="1547495" indent="0" algn="ctr">
              <a:buNone/>
              <a:defRPr sz="1810"/>
            </a:lvl4pPr>
            <a:lvl5pPr marL="2064385" indent="0" algn="ctr">
              <a:buNone/>
              <a:defRPr sz="1810"/>
            </a:lvl5pPr>
            <a:lvl6pPr marL="2580005" indent="0" algn="ctr">
              <a:buNone/>
              <a:defRPr sz="1810"/>
            </a:lvl6pPr>
            <a:lvl7pPr marL="3096260" indent="0" algn="ctr">
              <a:buNone/>
              <a:defRPr sz="1810"/>
            </a:lvl7pPr>
            <a:lvl8pPr marL="3611880" indent="0" algn="ctr">
              <a:buNone/>
              <a:defRPr sz="1810"/>
            </a:lvl8pPr>
            <a:lvl9pPr marL="4128135" indent="0" algn="ctr">
              <a:buNone/>
              <a:defRPr sz="181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009" y="1929694"/>
            <a:ext cx="10517611" cy="3219738"/>
          </a:xfrm>
        </p:spPr>
        <p:txBody>
          <a:bodyPr anchor="b"/>
          <a:lstStyle>
            <a:lvl1pPr>
              <a:defRPr sz="67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2009" y="5179892"/>
            <a:ext cx="10517611" cy="1693184"/>
          </a:xfrm>
        </p:spPr>
        <p:txBody>
          <a:bodyPr/>
          <a:lstStyle>
            <a:lvl1pPr marL="0" indent="0">
              <a:buNone/>
              <a:defRPr sz="2705">
                <a:solidFill>
                  <a:schemeClr val="tx1">
                    <a:tint val="75000"/>
                  </a:schemeClr>
                </a:solidFill>
              </a:defRPr>
            </a:lvl1pPr>
            <a:lvl2pPr marL="515620" indent="0">
              <a:buNone/>
              <a:defRPr sz="2260">
                <a:solidFill>
                  <a:schemeClr val="tx1">
                    <a:tint val="75000"/>
                  </a:schemeClr>
                </a:solidFill>
              </a:defRPr>
            </a:lvl2pPr>
            <a:lvl3pPr marL="1031875" indent="0">
              <a:buNone/>
              <a:defRPr sz="2035">
                <a:solidFill>
                  <a:schemeClr val="tx1">
                    <a:tint val="75000"/>
                  </a:schemeClr>
                </a:solidFill>
              </a:defRPr>
            </a:lvl3pPr>
            <a:lvl4pPr marL="1547495" indent="0">
              <a:buNone/>
              <a:defRPr sz="1810">
                <a:solidFill>
                  <a:schemeClr val="tx1">
                    <a:tint val="75000"/>
                  </a:schemeClr>
                </a:solidFill>
              </a:defRPr>
            </a:lvl4pPr>
            <a:lvl5pPr marL="2064385" indent="0">
              <a:buNone/>
              <a:defRPr sz="1810">
                <a:solidFill>
                  <a:schemeClr val="tx1">
                    <a:tint val="75000"/>
                  </a:schemeClr>
                </a:solidFill>
              </a:defRPr>
            </a:lvl5pPr>
            <a:lvl6pPr marL="2580005" indent="0">
              <a:buNone/>
              <a:defRPr sz="1810">
                <a:solidFill>
                  <a:schemeClr val="tx1">
                    <a:tint val="75000"/>
                  </a:schemeClr>
                </a:solidFill>
              </a:defRPr>
            </a:lvl6pPr>
            <a:lvl7pPr marL="3096260" indent="0">
              <a:buNone/>
              <a:defRPr sz="1810">
                <a:solidFill>
                  <a:schemeClr val="tx1">
                    <a:tint val="75000"/>
                  </a:schemeClr>
                </a:solidFill>
              </a:defRPr>
            </a:lvl7pPr>
            <a:lvl8pPr marL="3611880" indent="0">
              <a:buNone/>
              <a:defRPr sz="1810">
                <a:solidFill>
                  <a:schemeClr val="tx1">
                    <a:tint val="75000"/>
                  </a:schemeClr>
                </a:solidFill>
              </a:defRPr>
            </a:lvl8pPr>
            <a:lvl9pPr marL="4128135" indent="0">
              <a:buNone/>
              <a:defRPr sz="18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60" y="2060489"/>
            <a:ext cx="5182591" cy="491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380" y="2060489"/>
            <a:ext cx="5182591" cy="491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49" y="412098"/>
            <a:ext cx="10517611" cy="14960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49" y="1897443"/>
            <a:ext cx="5158773" cy="929907"/>
          </a:xfrm>
        </p:spPr>
        <p:txBody>
          <a:bodyPr anchor="b"/>
          <a:lstStyle>
            <a:lvl1pPr marL="0" indent="0">
              <a:buNone/>
              <a:defRPr sz="2705" b="1"/>
            </a:lvl1pPr>
            <a:lvl2pPr marL="515620" indent="0">
              <a:buNone/>
              <a:defRPr sz="2260" b="1"/>
            </a:lvl2pPr>
            <a:lvl3pPr marL="1031875" indent="0">
              <a:buNone/>
              <a:defRPr sz="2035" b="1"/>
            </a:lvl3pPr>
            <a:lvl4pPr marL="1547495" indent="0">
              <a:buNone/>
              <a:defRPr sz="1810" b="1"/>
            </a:lvl4pPr>
            <a:lvl5pPr marL="2064385" indent="0">
              <a:buNone/>
              <a:defRPr sz="1810" b="1"/>
            </a:lvl5pPr>
            <a:lvl6pPr marL="2580005" indent="0">
              <a:buNone/>
              <a:defRPr sz="1810" b="1"/>
            </a:lvl6pPr>
            <a:lvl7pPr marL="3096260" indent="0">
              <a:buNone/>
              <a:defRPr sz="1810" b="1"/>
            </a:lvl7pPr>
            <a:lvl8pPr marL="3611880" indent="0">
              <a:buNone/>
              <a:defRPr sz="1810" b="1"/>
            </a:lvl8pPr>
            <a:lvl9pPr marL="4128135" indent="0">
              <a:buNone/>
              <a:defRPr sz="18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49" y="2827350"/>
            <a:ext cx="5158773" cy="41586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380" y="1897443"/>
            <a:ext cx="5184179" cy="929907"/>
          </a:xfrm>
        </p:spPr>
        <p:txBody>
          <a:bodyPr anchor="b"/>
          <a:lstStyle>
            <a:lvl1pPr marL="0" indent="0">
              <a:buNone/>
              <a:defRPr sz="2705" b="1"/>
            </a:lvl1pPr>
            <a:lvl2pPr marL="515620" indent="0">
              <a:buNone/>
              <a:defRPr sz="2260" b="1"/>
            </a:lvl2pPr>
            <a:lvl3pPr marL="1031875" indent="0">
              <a:buNone/>
              <a:defRPr sz="2035" b="1"/>
            </a:lvl3pPr>
            <a:lvl4pPr marL="1547495" indent="0">
              <a:buNone/>
              <a:defRPr sz="1810" b="1"/>
            </a:lvl4pPr>
            <a:lvl5pPr marL="2064385" indent="0">
              <a:buNone/>
              <a:defRPr sz="1810" b="1"/>
            </a:lvl5pPr>
            <a:lvl6pPr marL="2580005" indent="0">
              <a:buNone/>
              <a:defRPr sz="1810" b="1"/>
            </a:lvl6pPr>
            <a:lvl7pPr marL="3096260" indent="0">
              <a:buNone/>
              <a:defRPr sz="1810" b="1"/>
            </a:lvl7pPr>
            <a:lvl8pPr marL="3611880" indent="0">
              <a:buNone/>
              <a:defRPr sz="1810" b="1"/>
            </a:lvl8pPr>
            <a:lvl9pPr marL="4128135" indent="0">
              <a:buNone/>
              <a:defRPr sz="18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380" y="2827350"/>
            <a:ext cx="5184179" cy="41586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49" y="516018"/>
            <a:ext cx="3932989" cy="1806064"/>
          </a:xfrm>
        </p:spPr>
        <p:txBody>
          <a:bodyPr anchor="b"/>
          <a:lstStyle>
            <a:lvl1pPr>
              <a:defRPr sz="36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179" y="1114456"/>
            <a:ext cx="6173380" cy="5500611"/>
          </a:xfrm>
        </p:spPr>
        <p:txBody>
          <a:bodyPr/>
          <a:lstStyle>
            <a:lvl1pPr>
              <a:defRPr sz="3610"/>
            </a:lvl1pPr>
            <a:lvl2pPr>
              <a:defRPr sz="3160"/>
            </a:lvl2pPr>
            <a:lvl3pPr>
              <a:defRPr sz="2705"/>
            </a:lvl3pPr>
            <a:lvl4pPr>
              <a:defRPr sz="2260"/>
            </a:lvl4pPr>
            <a:lvl5pPr>
              <a:defRPr sz="2260"/>
            </a:lvl5pPr>
            <a:lvl6pPr>
              <a:defRPr sz="2260"/>
            </a:lvl6pPr>
            <a:lvl7pPr>
              <a:defRPr sz="2260"/>
            </a:lvl7pPr>
            <a:lvl8pPr>
              <a:defRPr sz="2260"/>
            </a:lvl8pPr>
            <a:lvl9pPr>
              <a:defRPr sz="226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49" y="2322082"/>
            <a:ext cx="3932989" cy="4301944"/>
          </a:xfrm>
        </p:spPr>
        <p:txBody>
          <a:bodyPr/>
          <a:lstStyle>
            <a:lvl1pPr marL="0" indent="0">
              <a:buNone/>
              <a:defRPr sz="1810"/>
            </a:lvl1pPr>
            <a:lvl2pPr marL="515620" indent="0">
              <a:buNone/>
              <a:defRPr sz="1580"/>
            </a:lvl2pPr>
            <a:lvl3pPr marL="1031875" indent="0">
              <a:buNone/>
              <a:defRPr sz="1355"/>
            </a:lvl3pPr>
            <a:lvl4pPr marL="1547495" indent="0">
              <a:buNone/>
              <a:defRPr sz="1130"/>
            </a:lvl4pPr>
            <a:lvl5pPr marL="2064385" indent="0">
              <a:buNone/>
              <a:defRPr sz="1130"/>
            </a:lvl5pPr>
            <a:lvl6pPr marL="2580005" indent="0">
              <a:buNone/>
              <a:defRPr sz="1130"/>
            </a:lvl6pPr>
            <a:lvl7pPr marL="3096260" indent="0">
              <a:buNone/>
              <a:defRPr sz="1130"/>
            </a:lvl7pPr>
            <a:lvl8pPr marL="3611880" indent="0">
              <a:buNone/>
              <a:defRPr sz="1130"/>
            </a:lvl8pPr>
            <a:lvl9pPr marL="4128135" indent="0">
              <a:buNone/>
              <a:defRPr sz="11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49" y="516018"/>
            <a:ext cx="3932989" cy="1806064"/>
          </a:xfrm>
        </p:spPr>
        <p:txBody>
          <a:bodyPr anchor="b"/>
          <a:lstStyle>
            <a:lvl1pPr>
              <a:defRPr sz="36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179" y="1114456"/>
            <a:ext cx="6173380" cy="5500611"/>
          </a:xfrm>
        </p:spPr>
        <p:txBody>
          <a:bodyPr/>
          <a:lstStyle>
            <a:lvl1pPr marL="0" indent="0">
              <a:buNone/>
              <a:defRPr sz="3610"/>
            </a:lvl1pPr>
            <a:lvl2pPr marL="515620" indent="0">
              <a:buNone/>
              <a:defRPr sz="3160"/>
            </a:lvl2pPr>
            <a:lvl3pPr marL="1031875" indent="0">
              <a:buNone/>
              <a:defRPr sz="2705"/>
            </a:lvl3pPr>
            <a:lvl4pPr marL="1547495" indent="0">
              <a:buNone/>
              <a:defRPr sz="2260"/>
            </a:lvl4pPr>
            <a:lvl5pPr marL="2064385" indent="0">
              <a:buNone/>
              <a:defRPr sz="2260"/>
            </a:lvl5pPr>
            <a:lvl6pPr marL="2580005" indent="0">
              <a:buNone/>
              <a:defRPr sz="2260"/>
            </a:lvl6pPr>
            <a:lvl7pPr marL="3096260" indent="0">
              <a:buNone/>
              <a:defRPr sz="2260"/>
            </a:lvl7pPr>
            <a:lvl8pPr marL="3611880" indent="0">
              <a:buNone/>
              <a:defRPr sz="2260"/>
            </a:lvl8pPr>
            <a:lvl9pPr marL="4128135" indent="0">
              <a:buNone/>
              <a:defRPr sz="226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949" y="2322082"/>
            <a:ext cx="3932989" cy="4301944"/>
          </a:xfrm>
        </p:spPr>
        <p:txBody>
          <a:bodyPr/>
          <a:lstStyle>
            <a:lvl1pPr marL="0" indent="0">
              <a:buNone/>
              <a:defRPr sz="1810"/>
            </a:lvl1pPr>
            <a:lvl2pPr marL="515620" indent="0">
              <a:buNone/>
              <a:defRPr sz="1580"/>
            </a:lvl2pPr>
            <a:lvl3pPr marL="1031875" indent="0">
              <a:buNone/>
              <a:defRPr sz="1355"/>
            </a:lvl3pPr>
            <a:lvl4pPr marL="1547495" indent="0">
              <a:buNone/>
              <a:defRPr sz="1130"/>
            </a:lvl4pPr>
            <a:lvl5pPr marL="2064385" indent="0">
              <a:buNone/>
              <a:defRPr sz="1130"/>
            </a:lvl5pPr>
            <a:lvl6pPr marL="2580005" indent="0">
              <a:buNone/>
              <a:defRPr sz="1130"/>
            </a:lvl6pPr>
            <a:lvl7pPr marL="3096260" indent="0">
              <a:buNone/>
              <a:defRPr sz="1130"/>
            </a:lvl7pPr>
            <a:lvl8pPr marL="3611880" indent="0">
              <a:buNone/>
              <a:defRPr sz="1130"/>
            </a:lvl8pPr>
            <a:lvl9pPr marL="4128135" indent="0">
              <a:buNone/>
              <a:defRPr sz="11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6569" y="412098"/>
            <a:ext cx="2629403" cy="655952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60" y="412098"/>
            <a:ext cx="7735779" cy="655952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60" y="412098"/>
            <a:ext cx="10517611" cy="1496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60" y="2060489"/>
            <a:ext cx="10517611" cy="4911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60" y="7174087"/>
            <a:ext cx="2743725" cy="4120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372" y="7174087"/>
            <a:ext cx="4115587" cy="4120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2247" y="7174087"/>
            <a:ext cx="2743725" cy="4120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31875" rtl="0" eaLnBrk="1" latinLnBrk="0" hangingPunct="1">
        <a:lnSpc>
          <a:spcPct val="90000"/>
        </a:lnSpc>
        <a:spcBef>
          <a:spcPct val="0"/>
        </a:spcBef>
        <a:buNone/>
        <a:defRPr sz="49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8445" indent="-258445" algn="l" defTabSz="1031875" rtl="0" eaLnBrk="1" latinLnBrk="0" hangingPunct="1">
        <a:lnSpc>
          <a:spcPct val="90000"/>
        </a:lnSpc>
        <a:spcBef>
          <a:spcPct val="226000"/>
        </a:spcBef>
        <a:buFont typeface="Arial" panose="020B0604020202020204" pitchFamily="34" charset="0"/>
        <a:buChar char="•"/>
        <a:defRPr sz="3160" kern="1200">
          <a:solidFill>
            <a:schemeClr val="tx1"/>
          </a:solidFill>
          <a:latin typeface="+mn-lt"/>
          <a:ea typeface="+mn-ea"/>
          <a:cs typeface="+mn-cs"/>
        </a:defRPr>
      </a:lvl1pPr>
      <a:lvl2pPr marL="774065" indent="-258445" algn="l" defTabSz="1031875" rtl="0" eaLnBrk="1" latinLnBrk="0" hangingPunct="1">
        <a:lnSpc>
          <a:spcPct val="90000"/>
        </a:lnSpc>
        <a:spcBef>
          <a:spcPct val="113000"/>
        </a:spcBef>
        <a:buFont typeface="Arial" panose="020B0604020202020204" pitchFamily="34" charset="0"/>
        <a:buChar char="•"/>
        <a:defRPr sz="2705" kern="1200">
          <a:solidFill>
            <a:schemeClr val="tx1"/>
          </a:solidFill>
          <a:latin typeface="+mn-lt"/>
          <a:ea typeface="+mn-ea"/>
          <a:cs typeface="+mn-cs"/>
        </a:defRPr>
      </a:lvl2pPr>
      <a:lvl3pPr marL="1290320" indent="-258445" algn="l" defTabSz="1031875" rtl="0" eaLnBrk="1" latinLnBrk="0" hangingPunct="1">
        <a:lnSpc>
          <a:spcPct val="90000"/>
        </a:lnSpc>
        <a:spcBef>
          <a:spcPct val="113000"/>
        </a:spcBef>
        <a:buFont typeface="Arial" panose="020B0604020202020204" pitchFamily="34" charset="0"/>
        <a:buChar char="•"/>
        <a:defRPr sz="2260" kern="1200">
          <a:solidFill>
            <a:schemeClr val="tx1"/>
          </a:solidFill>
          <a:latin typeface="+mn-lt"/>
          <a:ea typeface="+mn-ea"/>
          <a:cs typeface="+mn-cs"/>
        </a:defRPr>
      </a:lvl3pPr>
      <a:lvl4pPr marL="1805940" indent="-258445" algn="l" defTabSz="1031875" rtl="0" eaLnBrk="1" latinLnBrk="0" hangingPunct="1">
        <a:lnSpc>
          <a:spcPct val="90000"/>
        </a:lnSpc>
        <a:spcBef>
          <a:spcPct val="113000"/>
        </a:spcBef>
        <a:buFont typeface="Arial" panose="020B0604020202020204" pitchFamily="34" charset="0"/>
        <a:buChar char="•"/>
        <a:defRPr sz="2035" kern="1200">
          <a:solidFill>
            <a:schemeClr val="tx1"/>
          </a:solidFill>
          <a:latin typeface="+mn-lt"/>
          <a:ea typeface="+mn-ea"/>
          <a:cs typeface="+mn-cs"/>
        </a:defRPr>
      </a:lvl4pPr>
      <a:lvl5pPr marL="2322195" indent="-258445" algn="l" defTabSz="1031875" rtl="0" eaLnBrk="1" latinLnBrk="0" hangingPunct="1">
        <a:lnSpc>
          <a:spcPct val="90000"/>
        </a:lnSpc>
        <a:spcBef>
          <a:spcPct val="113000"/>
        </a:spcBef>
        <a:buFont typeface="Arial" panose="020B0604020202020204" pitchFamily="34" charset="0"/>
        <a:buChar char="•"/>
        <a:defRPr sz="2035" kern="1200">
          <a:solidFill>
            <a:schemeClr val="tx1"/>
          </a:solidFill>
          <a:latin typeface="+mn-lt"/>
          <a:ea typeface="+mn-ea"/>
          <a:cs typeface="+mn-cs"/>
        </a:defRPr>
      </a:lvl5pPr>
      <a:lvl6pPr marL="2837815" indent="-258445" algn="l" defTabSz="1031875" rtl="0" eaLnBrk="1" latinLnBrk="0" hangingPunct="1">
        <a:lnSpc>
          <a:spcPct val="90000"/>
        </a:lnSpc>
        <a:spcBef>
          <a:spcPct val="113000"/>
        </a:spcBef>
        <a:buFont typeface="Arial" panose="020B0604020202020204" pitchFamily="34" charset="0"/>
        <a:buChar char="•"/>
        <a:defRPr sz="2035" kern="1200">
          <a:solidFill>
            <a:schemeClr val="tx1"/>
          </a:solidFill>
          <a:latin typeface="+mn-lt"/>
          <a:ea typeface="+mn-ea"/>
          <a:cs typeface="+mn-cs"/>
        </a:defRPr>
      </a:lvl6pPr>
      <a:lvl7pPr marL="3354070" indent="-258445" algn="l" defTabSz="1031875" rtl="0" eaLnBrk="1" latinLnBrk="0" hangingPunct="1">
        <a:lnSpc>
          <a:spcPct val="90000"/>
        </a:lnSpc>
        <a:spcBef>
          <a:spcPct val="113000"/>
        </a:spcBef>
        <a:buFont typeface="Arial" panose="020B0604020202020204" pitchFamily="34" charset="0"/>
        <a:buChar char="•"/>
        <a:defRPr sz="2035" kern="1200">
          <a:solidFill>
            <a:schemeClr val="tx1"/>
          </a:solidFill>
          <a:latin typeface="+mn-lt"/>
          <a:ea typeface="+mn-ea"/>
          <a:cs typeface="+mn-cs"/>
        </a:defRPr>
      </a:lvl7pPr>
      <a:lvl8pPr marL="3869690" indent="-258445" algn="l" defTabSz="1031875" rtl="0" eaLnBrk="1" latinLnBrk="0" hangingPunct="1">
        <a:lnSpc>
          <a:spcPct val="90000"/>
        </a:lnSpc>
        <a:spcBef>
          <a:spcPct val="113000"/>
        </a:spcBef>
        <a:buFont typeface="Arial" panose="020B0604020202020204" pitchFamily="34" charset="0"/>
        <a:buChar char="•"/>
        <a:defRPr sz="2035" kern="1200">
          <a:solidFill>
            <a:schemeClr val="tx1"/>
          </a:solidFill>
          <a:latin typeface="+mn-lt"/>
          <a:ea typeface="+mn-ea"/>
          <a:cs typeface="+mn-cs"/>
        </a:defRPr>
      </a:lvl8pPr>
      <a:lvl9pPr marL="4386580" indent="-258445" algn="l" defTabSz="1031875" rtl="0" eaLnBrk="1" latinLnBrk="0" hangingPunct="1">
        <a:lnSpc>
          <a:spcPct val="90000"/>
        </a:lnSpc>
        <a:spcBef>
          <a:spcPct val="113000"/>
        </a:spcBef>
        <a:buFont typeface="Arial" panose="020B0604020202020204" pitchFamily="34" charset="0"/>
        <a:buChar char="•"/>
        <a:defRPr sz="20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31875" rtl="0" eaLnBrk="1" latinLnBrk="0" hangingPunct="1">
        <a:defRPr sz="2035" kern="1200">
          <a:solidFill>
            <a:schemeClr val="tx1"/>
          </a:solidFill>
          <a:latin typeface="+mn-lt"/>
          <a:ea typeface="+mn-ea"/>
          <a:cs typeface="+mn-cs"/>
        </a:defRPr>
      </a:lvl1pPr>
      <a:lvl2pPr marL="515620" algn="l" defTabSz="1031875" rtl="0" eaLnBrk="1" latinLnBrk="0" hangingPunct="1">
        <a:defRPr sz="2035" kern="1200">
          <a:solidFill>
            <a:schemeClr val="tx1"/>
          </a:solidFill>
          <a:latin typeface="+mn-lt"/>
          <a:ea typeface="+mn-ea"/>
          <a:cs typeface="+mn-cs"/>
        </a:defRPr>
      </a:lvl2pPr>
      <a:lvl3pPr marL="1031875" algn="l" defTabSz="1031875" rtl="0" eaLnBrk="1" latinLnBrk="0" hangingPunct="1">
        <a:defRPr sz="2035" kern="1200">
          <a:solidFill>
            <a:schemeClr val="tx1"/>
          </a:solidFill>
          <a:latin typeface="+mn-lt"/>
          <a:ea typeface="+mn-ea"/>
          <a:cs typeface="+mn-cs"/>
        </a:defRPr>
      </a:lvl3pPr>
      <a:lvl4pPr marL="1547495" algn="l" defTabSz="1031875" rtl="0" eaLnBrk="1" latinLnBrk="0" hangingPunct="1">
        <a:defRPr sz="2035" kern="1200">
          <a:solidFill>
            <a:schemeClr val="tx1"/>
          </a:solidFill>
          <a:latin typeface="+mn-lt"/>
          <a:ea typeface="+mn-ea"/>
          <a:cs typeface="+mn-cs"/>
        </a:defRPr>
      </a:lvl4pPr>
      <a:lvl5pPr marL="2064385" algn="l" defTabSz="1031875" rtl="0" eaLnBrk="1" latinLnBrk="0" hangingPunct="1">
        <a:defRPr sz="2035" kern="1200">
          <a:solidFill>
            <a:schemeClr val="tx1"/>
          </a:solidFill>
          <a:latin typeface="+mn-lt"/>
          <a:ea typeface="+mn-ea"/>
          <a:cs typeface="+mn-cs"/>
        </a:defRPr>
      </a:lvl5pPr>
      <a:lvl6pPr marL="2580005" algn="l" defTabSz="1031875" rtl="0" eaLnBrk="1" latinLnBrk="0" hangingPunct="1">
        <a:defRPr sz="2035" kern="1200">
          <a:solidFill>
            <a:schemeClr val="tx1"/>
          </a:solidFill>
          <a:latin typeface="+mn-lt"/>
          <a:ea typeface="+mn-ea"/>
          <a:cs typeface="+mn-cs"/>
        </a:defRPr>
      </a:lvl6pPr>
      <a:lvl7pPr marL="3096260" algn="l" defTabSz="1031875" rtl="0" eaLnBrk="1" latinLnBrk="0" hangingPunct="1">
        <a:defRPr sz="2035" kern="1200">
          <a:solidFill>
            <a:schemeClr val="tx1"/>
          </a:solidFill>
          <a:latin typeface="+mn-lt"/>
          <a:ea typeface="+mn-ea"/>
          <a:cs typeface="+mn-cs"/>
        </a:defRPr>
      </a:lvl7pPr>
      <a:lvl8pPr marL="3611880" algn="l" defTabSz="1031875" rtl="0" eaLnBrk="1" latinLnBrk="0" hangingPunct="1">
        <a:defRPr sz="2035" kern="1200">
          <a:solidFill>
            <a:schemeClr val="tx1"/>
          </a:solidFill>
          <a:latin typeface="+mn-lt"/>
          <a:ea typeface="+mn-ea"/>
          <a:cs typeface="+mn-cs"/>
        </a:defRPr>
      </a:lvl8pPr>
      <a:lvl9pPr marL="4128135" algn="l" defTabSz="1031875" rtl="0" eaLnBrk="1" latinLnBrk="0" hangingPunct="1">
        <a:defRPr sz="20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8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027" y="161907"/>
            <a:ext cx="3748490" cy="2814775"/>
          </a:xfrm>
          <a:prstGeom prst="rect">
            <a:avLst/>
          </a:prstGeom>
        </p:spPr>
      </p:pic>
      <p:pic>
        <p:nvPicPr>
          <p:cNvPr id="5" name="图片 4" descr="1824_DC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270" y="161907"/>
            <a:ext cx="3748490" cy="2814775"/>
          </a:xfrm>
          <a:prstGeom prst="rect">
            <a:avLst/>
          </a:prstGeom>
        </p:spPr>
      </p:pic>
      <p:pic>
        <p:nvPicPr>
          <p:cNvPr id="6" name="图片 5" descr="1824_mas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513" y="161907"/>
            <a:ext cx="3748490" cy="2814775"/>
          </a:xfrm>
          <a:prstGeom prst="rect">
            <a:avLst/>
          </a:prstGeom>
        </p:spPr>
      </p:pic>
      <p:pic>
        <p:nvPicPr>
          <p:cNvPr id="7" name="图片 6" descr="1824_merg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021" y="3643565"/>
            <a:ext cx="4495142" cy="3375546"/>
          </a:xfrm>
          <a:prstGeom prst="rect">
            <a:avLst/>
          </a:prstGeom>
        </p:spPr>
      </p:pic>
      <p:pic>
        <p:nvPicPr>
          <p:cNvPr id="8" name="图片 7" descr="18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570" y="3644806"/>
            <a:ext cx="4493503" cy="337421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96063" y="3130320"/>
            <a:ext cx="1374671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760">
                <a:latin typeface="宋体" panose="02010600030101010101" pitchFamily="2" charset="-122"/>
                <a:ea typeface="宋体" panose="02010600030101010101" pitchFamily="2" charset="-122"/>
              </a:rPr>
              <a:t>有雾图像</a:t>
            </a:r>
            <a:endParaRPr lang="zh-CN" altLang="en-US" sz="176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10307" y="3130320"/>
            <a:ext cx="1374671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760">
                <a:latin typeface="Times New Roman" panose="02020603050405020304" charset="0"/>
                <a:cs typeface="Times New Roman" panose="02020603050405020304" charset="0"/>
              </a:rPr>
              <a:t>DCP</a:t>
            </a:r>
            <a:endParaRPr lang="en-US" altLang="zh-CN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803230" y="3130941"/>
            <a:ext cx="2417931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760">
                <a:latin typeface="宋体" panose="02010600030101010101" pitchFamily="2" charset="-122"/>
                <a:ea typeface="宋体" panose="02010600030101010101" pitchFamily="2" charset="-122"/>
              </a:rPr>
              <a:t>天空分割掩膜</a:t>
            </a:r>
            <a:endParaRPr lang="zh-CN" altLang="en-US" sz="176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69692" y="7173465"/>
            <a:ext cx="2417931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760">
                <a:latin typeface="宋体" panose="02010600030101010101" pitchFamily="2" charset="-122"/>
                <a:ea typeface="宋体" panose="02010600030101010101" pitchFamily="2" charset="-122"/>
              </a:rPr>
              <a:t>无雾图像</a:t>
            </a:r>
            <a:endParaRPr lang="zh-CN" altLang="en-US" sz="176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606017" y="7172845"/>
            <a:ext cx="2417931" cy="3619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760">
                <a:latin typeface="宋体" panose="02010600030101010101" pitchFamily="2" charset="-122"/>
                <a:ea typeface="宋体" panose="02010600030101010101" pitchFamily="2" charset="-122"/>
              </a:rPr>
              <a:t>本方法</a:t>
            </a:r>
            <a:endParaRPr lang="zh-CN" altLang="en-US" sz="176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演示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Arial Unicode MS</vt:lpstr>
      <vt:lpstr>Calibri</vt:lpstr>
      <vt:lpstr>微软雅黑</vt:lpstr>
      <vt:lpstr>方正仿宋_GB2312</vt:lpstr>
      <vt:lpstr>华文楷体</vt:lpstr>
      <vt:lpstr>华文中宋</vt:lpstr>
      <vt:lpstr>华文彩云</vt:lpstr>
      <vt:lpstr>华文宋体</vt:lpstr>
      <vt:lpstr>仿宋</vt:lpstr>
      <vt:lpstr>华文仿宋</vt:lpstr>
      <vt:lpstr>华文细黑</vt:lpstr>
      <vt:lpstr>华文隶书</vt:lpstr>
      <vt:lpstr>Times New Roman</vt:lpstr>
      <vt:lpstr>华文琥珀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Hangter wyh</dc:creator>
  <cp:lastModifiedBy>Hangter</cp:lastModifiedBy>
  <cp:revision>7</cp:revision>
  <dcterms:created xsi:type="dcterms:W3CDTF">2023-08-09T12:44:00Z</dcterms:created>
  <dcterms:modified xsi:type="dcterms:W3CDTF">2025-05-23T11:55:10Z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2052-12.1.0.21171</vt:lpwstr>
  </property>
</Properties>
</file>